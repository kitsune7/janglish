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Reviewed Draft, Not A Finished Transcript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Client Decision Report Part A; project charter and permitted-use list.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Janglish Client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5394960" cy="13716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61288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PROBLEM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speakers hop language mid-sentence. Whisper decodes under one language: embedded English becomes katakana; Japanese becomes romaji or hallucinated English.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94960" cy="118872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61488"/>
            <a:ext cx="5065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USER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individuals and families, language learners, and researchers who need accurate transcripts of Japanese–English code-switched speech.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051560"/>
            <a:ext cx="5376672" cy="13716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161288"/>
            <a:ext cx="5047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AND TARGET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kHz mono audio in; an English-or-Japanese label for every 20 ms frame routes Whisper passes. No transcripts, filenames, or other metadata.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5376672" cy="15544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761488"/>
            <a:ext cx="5047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BOUNDARY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bilingual reviewer inspects and corrects every transcript before it is used or shared. No legal, medical, business, or published use without review; no commercial use.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may draft the transcript. The bilingual human reviewing it remains the decision maker.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LID-Guided Splicing Is The Strongest Tested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Client Decision Report Part B; Tables 1–3; August 1, 2026 evaluation runs.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Janglish Client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MACRO-F1 BY CHECKPOINT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lid-wav2vec2-f1-823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353312"/>
            <a:ext cx="2182398" cy="237744"/>
          </a:xfrm>
          <a:prstGeom prst="rect">
            <a:avLst/>
          </a:prstGeom>
          <a:solidFill>
            <a:srgbClr val="C4BFB2"/>
          </a:solidFill>
          <a:ln/>
        </p:spPr>
      </p:sp>
      <p:sp>
        <p:nvSpPr>
          <p:cNvPr id="10" name="Text 8"/>
          <p:cNvSpPr/>
          <p:nvPr/>
        </p:nvSpPr>
        <p:spPr>
          <a:xfrm>
            <a:off x="5138928" y="13258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f1-974 (pilot)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792224"/>
            <a:ext cx="2583610" cy="237744"/>
          </a:xfrm>
          <a:prstGeom prst="rect">
            <a:avLst/>
          </a:prstGeom>
          <a:solidFill>
            <a:srgbClr val="4E7A9E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928" y="17647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0.9743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03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f1-98 (quality lead)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231136"/>
            <a:ext cx="2588118" cy="237744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22037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0.9760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REAL SPEAKER — WER (LOWER IS BETTER)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Whisper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273552"/>
            <a:ext cx="2437851" cy="237744"/>
          </a:xfrm>
          <a:prstGeom prst="rect">
            <a:avLst/>
          </a:prstGeom>
          <a:solidFill>
            <a:srgbClr val="C4BFB2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3246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0.5516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685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LID-guided splice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3712464"/>
            <a:ext cx="891875" cy="237744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138928" y="36850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0.2018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960120"/>
            <a:ext cx="4965192" cy="13258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1069848"/>
            <a:ext cx="46360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fine-tuned wav2vec2-xls-r-300m with a 2-class frame head; 20 ms language decisions route Whisper passes through four splice gates.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48716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EVIDENCE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2816352"/>
            <a:ext cx="2377440" cy="8686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8163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accuracy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0.9768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62872" y="2816352"/>
            <a:ext cx="2377440" cy="8686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28163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0.9760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3913632"/>
            <a:ext cx="4965192" cy="11430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4023360"/>
            <a:ext cx="463600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CAVEAT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25 held-out test speakers are synthetic. No real human voice has been evaluated held-out.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nine evaluation slices improved; the hardest real speaker’s WER fell from 0.5516 to 0.2018.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Hide English-Dominant Regressions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Client Decision Report Part B; Table 3 and failure analysis.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Janglish Client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SLICES: Δ WER VS BASELINE WHISPER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61872"/>
            <a:ext cx="2606040" cy="9144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cs-4 / speaker_017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+0.1570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4136" y="1261872"/>
            <a:ext cx="2606040" cy="9144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2618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cs-2 / speaker_023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+0.0280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261872"/>
            <a:ext cx="2606040" cy="9144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2618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Ryan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5128" y="1261872"/>
            <a:ext cx="2606040" cy="9144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12618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real voices</a:t>
            </a:r>
            <a:endParaRPr lang="en-US" sz="11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0*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25128" y="22128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*All 75 real clips sat in the training split.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5394960" cy="150876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07208"/>
            <a:ext cx="506577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AND ACCENT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Smooth, natural switches and Japanese-accented English are hardest — the register fluent bilinguals actually use. Only read sentences have been evaluated.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5376672" cy="150876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2807208"/>
            <a:ext cx="50474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DOMINANCE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 of training audio comes from one TTS engine; the model may partly recognize XTTS texture rather than language. The 75 real clips cannot rule this 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solidFill>
            <a:srgbClr val="F2DCD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4348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splice gates were set by judgment, not tuned against data. LID confidence is uncalibrated.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plausible draft can still be wrong; direction, register, and data provenance constrain trust.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Needs An Owner With Authority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Client Decision Report Part C; Table 5 monitoring plan and reevaluation triggers.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Janglish Client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401568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069848"/>
            <a:ext cx="307238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DELTA</a:t>
            </a:r>
            <a:endParaRPr lang="en-US" sz="11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worse than baseline Whisper on any reviewed batch of ≥ 20 clips, or over 25% of clips regress.</a:t>
            </a:r>
            <a:endParaRPr lang="en-US" sz="11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4E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ACTION: Pause the pilot; inspect and retrain.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401568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035808"/>
            <a:ext cx="307238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SWITCHES</a:t>
            </a:r>
            <a:endParaRPr lang="en-US" sz="11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Nonsense English insertions or sub-0.3 s switch artifacts in over 10% of a batch’s clips.</a:t>
            </a:r>
            <a:endParaRPr lang="en-US" sz="11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4E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ACTION: Tighten the span gate; add a boundary class.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33088" y="960120"/>
            <a:ext cx="3401568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069848"/>
            <a:ext cx="307238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VOICES AND STYLES</a:t>
            </a:r>
            <a:endParaRPr lang="en-US" sz="11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accent or speaking style shows repeated failures in the correction logs.</a:t>
            </a:r>
            <a:endParaRPr lang="en-US" sz="11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4E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ACTION: Collect consented recordings; extend the held-out 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2926080"/>
            <a:ext cx="3401568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035808"/>
            <a:ext cx="307238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EXPOSURE</a:t>
            </a:r>
            <a:endParaRPr lang="en-US" sz="11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proposal for commercial use, public release, or redistribution of models or audio.</a:t>
            </a:r>
            <a:endParaRPr lang="en-US" sz="11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4E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ACTION: Block until rights and consent are resolved.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536" y="960120"/>
            <a:ext cx="3922776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069848"/>
            <a:ext cx="359359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AUTHORITY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hears the audio and can edit, accept, or discard every draft — including reverting to plain Whisper. No confidence score is shown.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17536" y="2926080"/>
            <a:ext cx="3922776" cy="17830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82128" y="3035808"/>
            <a:ext cx="359359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REEVALUATE BEFORE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English-dominant output; changing gates, checkpoint, or Whisper backbone; claiming spontaneous speech; any public release; retraining after regeneration.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is actionable because the named project owner can pause, restrict, retrain, roll back, or suspend.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 Monitored Japanese-Dominant Pilot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8220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Janglish Client Decision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55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63640" y="422452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Client Decision Report executive recommendation and Part C.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CLIENT DECISION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HUMAN-REVIEWED TRANSCRIPTION ASSISTANCE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small, monitored beta pilot for Japanese-dominant audio only. Do not release publicly.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394960" cy="146304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41448"/>
            <a:ext cx="50657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USE ONLY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First-draft transcripts of Japanese-dominant audio on the consent-clean, synthetic-only checkpoint f1-974, under written tester terms, with every correction logged.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32588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87368"/>
            <a:ext cx="506577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NOW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English-dominant reliance, commercial use, public checkpoint release, confidence display, or claims about spontaneous conversation.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331720"/>
            <a:ext cx="5376672" cy="1828800"/>
          </a:xfrm>
          <a:prstGeom prst="rect">
            <a:avLst/>
          </a:prstGeom>
          <a:solidFill>
            <a:srgbClr val="F5F2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441448"/>
            <a:ext cx="50474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BOUNDARY REMAINS</a:t>
            </a:r>
            <a:endParaRPr lang="en-US" sz="11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0.9760 and the 0.5516 → 0.2018 WER win show real lift, but synthetic-only held-out data, English-dominant regressions, uncalibrated gates, the XTTS v2 license, and informal contributor consent block broader use.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504688"/>
            <a:ext cx="11091672" cy="713232"/>
          </a:xfrm>
          <a:prstGeom prst="rect">
            <a:avLst/>
          </a:prstGeom>
          <a:solidFill>
            <a:srgbClr val="F2DCD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5504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confirm f1-974 parity on the end-to-end evaluation; recruit testers under written terms; build a consented real-voice held-out set; run the whisper-large-v3 baseline; prototype the third boundary class.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2026-08-01T20:39:19Z</dcterms:created>
  <dcterms:modified xsi:type="dcterms:W3CDTF">2026-08-01T20:39:19Z</dcterms:modified>
</cp:coreProperties>
</file>